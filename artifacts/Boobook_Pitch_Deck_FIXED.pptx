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BOOBOOK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49808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passive RF intelligence for maritime enforcement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08" y="3703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fuse AIS gaps, passive RF detections and anomaly models into prioritised tasking alerts — starting at the choke points that matter.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Pre-seed validation pitch  ·  June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332720" y="640080"/>
            <a:ext cx="1188720" cy="1188720"/>
          </a:xfrm>
          <a:prstGeom prst="ellipse">
            <a:avLst/>
          </a:prstGeom>
          <a:solidFill>
            <a:srgbClr val="12304D"/>
          </a:solidFill>
          <a:ln w="19050">
            <a:solidFill>
              <a:srgbClr val="13A89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332720" y="658368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3A89E"/>
                </a:solidFill>
              </a:rPr>
              <a:t>◗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ocean is full of ships that don't want to be seen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377440"/>
            <a:ext cx="292608" cy="292608"/>
          </a:xfrm>
          <a:prstGeom prst="ellipse">
            <a:avLst/>
          </a:prstGeom>
          <a:solidFill>
            <a:srgbClr val="13A89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it off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disable AIS to fish illegally, smuggle or evade sanctions. AIS is cooperative — it relies on honesty.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20574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2377440"/>
            <a:ext cx="292608" cy="292608"/>
          </a:xfrm>
          <a:prstGeom prst="ellipse">
            <a:avLst/>
          </a:prstGeom>
          <a:solidFill>
            <a:srgbClr val="13A89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0916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the signal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34290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AIS broadcasts a false identity or position — invisible to AIS-only systems without an independent fix.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58200" y="2377440"/>
            <a:ext cx="292608" cy="292608"/>
          </a:xfrm>
          <a:prstGeom prst="ellipse">
            <a:avLst/>
          </a:prstGeom>
          <a:solidFill>
            <a:srgbClr val="13A89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5820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the threshold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58200" y="342900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under 300 tonnes need not carry AIS at all. They simply don't appear.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AFMA &amp; Border Force run repeated northern-water operations against foreign fishers — Operation Pristis 2026 ran Kimberley to Cape York. The pain is real and current.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gap, disciplined funding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2304D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32688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gap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50976" y="32461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RF maritime layer is dominated by offshore satellite providers. Boobook starts with a sovereign ground-based complement for instrumented choke points.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2304D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81728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asymmetry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00016" y="32461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institutional capital remains defence-constrained. A dual-use, grant-aware path can fund validation without relying on classic venture timing.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2304D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30768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leverage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49056" y="32461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DIDG may support eligible equipment, security, skilling or capability uplift — not core product R&amp;D/prototyping. RDTI and customer pilots carry the R&amp;D path.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is disciplined staging: pre-seed validation first, RDTI where eligible, DIDG/ASCA only where the project actually fits.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Boobook is — and is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RF monitoring of specific passages &amp; choke points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 &amp; cueing layer that shrinks the search area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where ≥3 nodes' coverage overlaps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flag detection opportunities for tasking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BEEE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2084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NOT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20840" y="2743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continental coverage blanket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for satellites or patrol assets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Open-ocean geolocation from sparse nodes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intent or identity from a single fix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 at the chokepoint, fuse, and cue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92608" cy="292608"/>
          </a:xfrm>
          <a:prstGeom prst="ellipse">
            <a:avLst/>
          </a:prstGeom>
          <a:solidFill>
            <a:srgbClr val="13A89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46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172821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SDR nodes pick up the AIS &amp; VHF that working vessels still emit.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292608" cy="292608"/>
          </a:xfrm>
          <a:prstGeom prst="ellipse">
            <a:avLst/>
          </a:prstGeom>
          <a:solidFill>
            <a:srgbClr val="13A89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Geolocate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56946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Time-difference-of-arrival across the cluster fixes position — within the overlap.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292608" cy="292608"/>
          </a:xfrm>
          <a:prstGeom prst="ellipse">
            <a:avLst/>
          </a:prstGeom>
          <a:solidFill>
            <a:srgbClr val="13A89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341071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present + AIS absent = a detection opportunity, ranked by confidence.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292608" cy="292608"/>
          </a:xfrm>
          <a:prstGeom prst="ellipse">
            <a:avLst/>
          </a:prstGeom>
          <a:solidFill>
            <a:srgbClr val="13A89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70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4251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models surface loitering, wrong-way and off-pattern tracks.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292608" cy="292608"/>
          </a:xfrm>
          <a:prstGeom prst="ellipse">
            <a:avLst/>
          </a:prstGeom>
          <a:solidFill>
            <a:srgbClr val="13A8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148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11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0" y="50932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alerts help enforcement task scarce patrol assets faster.</a:t>
            </a:r>
            <a:endParaRPr lang="en-US" sz="1150" dirty="0"/>
          </a:p>
        </p:txBody>
      </p:sp>
      <p:pic>
        <p:nvPicPr>
          <p:cNvPr id="24" name="Image 0" descr="/home/claude/cov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554480"/>
            <a:ext cx="5577840" cy="43891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126480" y="5943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Simulated coverage map: solid = line-of-sight, shaded = ducting, TDOA only in the 3-ring overlap.</a:t>
            </a:r>
          </a:p>
        </p:txBody>
      </p:sp>
      <p:sp>
        <p:nvSpPr>
          <p:cNvPr id="26" name="Text 2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first: why choke points, not oceans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Ground-based VHF/AIS is line-of-sight.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coastal node hears ~35 km (to ~50–70 km over water in good ducting). TDOA geolocation needs the same emitter heard by three nodes at once — so it works only where a cluster's coverage rings overlap.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feature, not a bug.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coverage of the channels enforcement already cares about is something no satellite delivers — and it's achievable with a handful of nodes per passage.</a:t>
            </a:r>
            <a:endParaRPr lang="en-US" sz="1500" dirty="0"/>
          </a:p>
        </p:txBody>
      </p:sp>
      <p:pic>
        <p:nvPicPr>
          <p:cNvPr id="6" name="Image 0" descr="/home/claude/cov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530352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Civilian validation de-risks the defence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2402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AIS/VHF validation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6576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live capture and RF-AIS correlation around a controlled harbour/passage. Sell as an intelligence layer to AFMA / ABF workflows.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63440" y="22402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E7F7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northern hotspot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81728" y="36576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passage cluster. Use customer validation to support RDTI records and later eligible capability/security/equipment grants. Build the proprietary RF baseline.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12480" y="22402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&amp; allied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0768" y="36576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PROTECTED-capable platform for the ADF, then allied data-sharing where it matters most.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persistence, not global breadth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3931920"/>
        </p:xfrm>
        <a:graphic>
          <a:graphicData uri="http://schemas.openxmlformats.org/drawingml/2006/table">
            <a:tbl>
              <a:tblPr/>
              <a:tblGrid>
                <a:gridCol w="3383280"/>
                <a:gridCol w="4023360"/>
                <a:gridCol w="347472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HawkEye 360 / Unseenlabs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Boobook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F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 RF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RF at choke points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Global, periodic revisit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within cluster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Open-ocean breadth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passage watch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/ ITAR-free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/ partial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for 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7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partner offshore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layer inshore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1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beat satellites on breadth. We beat them on persistence where it counts — and we can feed their fusion platforms.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WE'RE NOT HIDING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technical risk register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691640"/>
          </a:xfrm>
          <a:prstGeom prst="roundRect">
            <a:avLst>
              <a:gd name="adj" fmla="val 3784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30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range / line-of-sight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328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choke-point, weather-sensitive at the edges.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Field-measure real coverage before any coverage claim.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212080" cy="1691640"/>
          </a:xfrm>
          <a:prstGeom prst="roundRect">
            <a:avLst>
              <a:gd name="adj" fmla="val 3784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0" y="2130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TDOA in the wild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5328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multipath, survey error → real CEP 1–5 km, not metres.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3-node test with a known transmitter.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212080" cy="1691640"/>
          </a:xfrm>
          <a:prstGeom prst="roundRect">
            <a:avLst>
              <a:gd name="adj" fmla="val 3784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005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Radar is separate hardware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X/S-band is a different front-end, not a label.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2/3; AIS+VHF first.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212080" cy="1691640"/>
          </a:xfrm>
          <a:prstGeom prst="roundRect">
            <a:avLst>
              <a:gd name="adj" fmla="val 3784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92240" y="4005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/ compliance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ACMA equipment rules; TIA Act limits on interception.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Metadata-only, no content capture, lawful basis per site.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90-day, falsifiable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3A89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33832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Sydney Harbour AIS on a single RTL-SDR, persisted with timestamps &amp; source IDs.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033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33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21608" y="33832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of live tracks + AIS silence gaps. No dark-vessel claims yet.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379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Geolocate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56248" y="33832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node controlled TDOA test against a known transmitter; measured error distribution.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20116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2F5F7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726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726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90888" y="33832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 with AFMA / ABF / Maritime Border Command on workflow gaps.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criteria: no clean live capture, no RF advisor, or no operator who says the alert helps → pause before spending.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NUMBERS, HONESTLY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find the funding floor, not hide it</a:t>
            </a:r>
            <a:endParaRPr lang="en-US" sz="3000" dirty="0"/>
          </a:p>
        </p:txBody>
      </p:sp>
      <p:pic>
        <p:nvPicPr>
          <p:cNvPr id="4" name="Image 0" descr="/home/claude/cash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7665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874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$8.9k / $31.9k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699248" y="2377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capex — infra-adjacent / remote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2880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base-case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699248" y="3383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DIDG inside 24mo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~$300k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699248" y="4389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 survive the no-grant case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4892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arrears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699248" y="5394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RDTI/grants arrive in arrears — they don't fund the first burn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this 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3A89E"/>
                </a:solidFill>
              </a:rPr>
              <a:t>Kavan Mehta — Founder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3DC"/>
                </a:solidFill>
              </a:rPr>
              <a:t>Actuarial &amp; finance (UNSW). PE analyst building integrated models at Attalis Capital. AI consultant shipping Claude + MCP data platforms at NXT Bioscience. Ex-Army Reserves logistics.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edge is the intelligence layer and commercial framing — not RF hardware. </a:t>
            </a:r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critical hire/partner is an RF/signals co-founder or advisor.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0"/>
            <a:ext cx="4846320" cy="3657600"/>
          </a:xfrm>
          <a:prstGeom prst="roundRect">
            <a:avLst>
              <a:gd name="adj" fmla="val 2000"/>
            </a:avLst>
          </a:prstGeom>
          <a:solidFill>
            <a:srgbClr val="12304D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99516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95160" y="2743200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~$150k pre-seed for the 90-day validation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RF / signals engineering co-founder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 to AFMA, ABF &amp; Maritime Border Command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in UNSW Defence 10x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first. Claim second. Build sovereign.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Boobook — Sovereign RF Maritime Intelligence</dc:title>
  <dc:subject>PptxGenJS Presentation</dc:subject>
  <dc:creator>Kavan Mehta</dc:creator>
  <cp:lastModifiedBy>Kavan Mehta</cp:lastModifiedBy>
  <cp:revision>1</cp:revision>
  <dcterms:created xsi:type="dcterms:W3CDTF">2026-06-11T23:07:41Z</dcterms:created>
  <dcterms:modified xsi:type="dcterms:W3CDTF">2026-06-11T23:07:41Z</dcterms:modified>
</cp:coreProperties>
</file>